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AD917-6524-44DD-BD44-033066F1BC13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D1AFA-7648-42B1-B1E9-7F8E6B96C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06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6D1AFA-7648-42B1-B1E9-7F8E6B96C2C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202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92480"/>
          </a:xfrm>
        </p:spPr>
        <p:txBody>
          <a:bodyPr>
            <a:normAutofit/>
          </a:bodyPr>
          <a:lstStyle/>
          <a:p>
            <a:r>
              <a:rPr sz="3600" b="1" dirty="0"/>
              <a:t>Healthcare Analytics Dashboard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960" y="1132904"/>
            <a:ext cx="8514080" cy="558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800" b="1" dirty="0"/>
              <a:t>Prepared By : </a:t>
            </a:r>
            <a:r>
              <a:rPr lang="en-IN" sz="2400" dirty="0"/>
              <a:t>Rohan Runghe(Data Analyst)</a:t>
            </a:r>
          </a:p>
          <a:p>
            <a:pPr marL="0" indent="0">
              <a:buNone/>
            </a:pPr>
            <a:r>
              <a:rPr lang="en-IN" sz="2800" b="1" dirty="0"/>
              <a:t>Role in Healthcare Project : </a:t>
            </a:r>
          </a:p>
          <a:p>
            <a:r>
              <a:rPr lang="en-IN" sz="2400" dirty="0"/>
              <a:t>Collected and cleaned healthcare datasets.</a:t>
            </a:r>
          </a:p>
          <a:p>
            <a:r>
              <a:rPr lang="en-IN" sz="2400" dirty="0"/>
              <a:t>Performed patient and hospital data analysis.</a:t>
            </a:r>
          </a:p>
          <a:p>
            <a:r>
              <a:rPr lang="en-IN" sz="2400" dirty="0" err="1"/>
              <a:t>Analyze</a:t>
            </a:r>
            <a:r>
              <a:rPr lang="en-IN" sz="2400" dirty="0"/>
              <a:t> treatment costs, patient visit and disease trends</a:t>
            </a:r>
          </a:p>
          <a:p>
            <a:r>
              <a:rPr lang="en-IN" sz="2400" dirty="0"/>
              <a:t>Generated business insights for hospital management</a:t>
            </a:r>
          </a:p>
          <a:p>
            <a:pPr marL="0" indent="0">
              <a:buNone/>
            </a:pPr>
            <a:r>
              <a:rPr lang="en-IN" sz="2800" b="1" dirty="0"/>
              <a:t>Tools And Technology Used :</a:t>
            </a:r>
          </a:p>
          <a:p>
            <a:pPr marL="0" indent="0">
              <a:buNone/>
            </a:pPr>
            <a:r>
              <a:rPr lang="en-US" sz="2800" dirty="0"/>
              <a:t>Database and Query Tools:</a:t>
            </a:r>
          </a:p>
          <a:p>
            <a:r>
              <a:rPr lang="en-US" sz="2600" dirty="0" err="1"/>
              <a:t>PostgreSql</a:t>
            </a:r>
            <a:endParaRPr lang="en-US" sz="2600" dirty="0"/>
          </a:p>
          <a:p>
            <a:r>
              <a:rPr lang="en-US" sz="2600" dirty="0"/>
              <a:t>SQL</a:t>
            </a:r>
          </a:p>
          <a:p>
            <a:pPr marL="0" indent="0">
              <a:buNone/>
            </a:pPr>
            <a:r>
              <a:rPr lang="en-US" sz="2800" dirty="0"/>
              <a:t>Data Analysis and Visualization :</a:t>
            </a:r>
          </a:p>
          <a:p>
            <a:r>
              <a:rPr lang="en-US" sz="2600" dirty="0"/>
              <a:t>Microsoft Excel</a:t>
            </a:r>
          </a:p>
          <a:p>
            <a:r>
              <a:rPr lang="en-US" sz="2600" dirty="0"/>
              <a:t>Power BI</a:t>
            </a:r>
          </a:p>
          <a:p>
            <a:pPr marL="0" indent="0">
              <a:buNone/>
            </a:pPr>
            <a:r>
              <a:rPr lang="en-US" sz="2800" dirty="0"/>
              <a:t>Programming :</a:t>
            </a:r>
          </a:p>
          <a:p>
            <a:r>
              <a:rPr lang="en-IN" sz="2600" dirty="0"/>
              <a:t>Python</a:t>
            </a:r>
          </a:p>
          <a:p>
            <a:r>
              <a:rPr lang="en-IN" sz="2600" dirty="0"/>
              <a:t>Pandas (Library)</a:t>
            </a:r>
          </a:p>
          <a:p>
            <a:r>
              <a:rPr lang="en-IN" sz="2600" dirty="0" err="1"/>
              <a:t>Numpy</a:t>
            </a:r>
            <a:r>
              <a:rPr lang="en-IN" sz="2600" dirty="0"/>
              <a:t> (Library)</a:t>
            </a:r>
          </a:p>
          <a:p>
            <a:r>
              <a:rPr lang="en-IN" sz="2600" dirty="0"/>
              <a:t>Matplotlib (Library)</a:t>
            </a:r>
          </a:p>
          <a:p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IN" sz="2200" b="1" dirty="0"/>
              <a:t>Objective :</a:t>
            </a:r>
            <a:br>
              <a:rPr lang="en-IN" sz="2000" b="1" dirty="0"/>
            </a:br>
            <a:r>
              <a:rPr lang="en-US" sz="2000" dirty="0"/>
              <a:t>The main objective of the Healthcare Analytics Project is to analyze patient and hospital data to improve healthcare decision-making, identify disease patterns, reduce treatment costs, and enhance patient care quality</a:t>
            </a:r>
            <a:r>
              <a:rPr lang="en-US" sz="2000" b="1" dirty="0"/>
              <a:t>.</a:t>
            </a:r>
            <a:endParaRPr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9558"/>
            <a:ext cx="8229600" cy="504380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400" b="1" dirty="0"/>
              <a:t>Dataset Description :</a:t>
            </a:r>
          </a:p>
          <a:p>
            <a:pPr marL="0" indent="0">
              <a:buNone/>
            </a:pPr>
            <a:r>
              <a:rPr lang="en-US" sz="2300" dirty="0"/>
              <a:t>The dataset used in this project contains healthcare-related information collected from hospitals, patients, and medical systems. It includes demographic, medical, and treatment details.</a:t>
            </a:r>
          </a:p>
          <a:p>
            <a:pPr marL="0" indent="0">
              <a:buNone/>
            </a:pPr>
            <a:r>
              <a:rPr lang="en-US" sz="2300" b="1" dirty="0"/>
              <a:t>Column Name                    Description</a:t>
            </a:r>
          </a:p>
          <a:p>
            <a:pPr marL="0" indent="0">
              <a:buNone/>
            </a:pPr>
            <a:r>
              <a:rPr lang="en-US" sz="2300" dirty="0"/>
              <a:t>Patient Id                               Unique Id for each patient</a:t>
            </a:r>
          </a:p>
          <a:p>
            <a:pPr marL="0" indent="0">
              <a:buNone/>
            </a:pPr>
            <a:r>
              <a:rPr lang="en-US" sz="2300" dirty="0"/>
              <a:t>Age                                          </a:t>
            </a:r>
            <a:r>
              <a:rPr lang="en-US" sz="2300" dirty="0" err="1"/>
              <a:t>Age</a:t>
            </a:r>
            <a:r>
              <a:rPr lang="en-US" sz="2300" dirty="0"/>
              <a:t> of Patient</a:t>
            </a:r>
          </a:p>
          <a:p>
            <a:pPr marL="0" indent="0">
              <a:buNone/>
            </a:pPr>
            <a:r>
              <a:rPr lang="en-US" sz="2300" dirty="0"/>
              <a:t>Gender                                   Male/Female</a:t>
            </a:r>
          </a:p>
          <a:p>
            <a:pPr marL="0" indent="0">
              <a:buNone/>
            </a:pPr>
            <a:r>
              <a:rPr lang="en-US" sz="2300" dirty="0"/>
              <a:t>City                                          Patient City Name</a:t>
            </a:r>
          </a:p>
          <a:p>
            <a:pPr marL="0" indent="0">
              <a:buNone/>
            </a:pPr>
            <a:r>
              <a:rPr lang="en-US" sz="2300" dirty="0"/>
              <a:t>Disease                                   Patient disease                                </a:t>
            </a:r>
          </a:p>
          <a:p>
            <a:pPr marL="0" indent="0">
              <a:buNone/>
            </a:pPr>
            <a:r>
              <a:rPr lang="en-US" sz="2300" dirty="0"/>
              <a:t>Admission Date                     Patient admission date                  </a:t>
            </a:r>
          </a:p>
          <a:p>
            <a:pPr marL="0" indent="0">
              <a:buNone/>
            </a:pPr>
            <a:r>
              <a:rPr lang="en-US" sz="2300" dirty="0"/>
              <a:t>Region                                     Patient Region            </a:t>
            </a:r>
          </a:p>
          <a:p>
            <a:pPr marL="0" indent="0">
              <a:buNone/>
            </a:pPr>
            <a:r>
              <a:rPr lang="en-US" sz="2300" dirty="0"/>
              <a:t>Department                           </a:t>
            </a:r>
            <a:r>
              <a:rPr lang="en-US" sz="2300" dirty="0" err="1"/>
              <a:t>Department</a:t>
            </a:r>
            <a:r>
              <a:rPr lang="en-US" sz="2300" dirty="0"/>
              <a:t> Name</a:t>
            </a:r>
          </a:p>
          <a:p>
            <a:pPr marL="0" indent="0">
              <a:buNone/>
            </a:pPr>
            <a:r>
              <a:rPr lang="en-US" sz="2300" dirty="0"/>
              <a:t>Treatment Cost                     Patient Treatment Cost</a:t>
            </a:r>
          </a:p>
          <a:p>
            <a:pPr marL="0" indent="0">
              <a:buNone/>
            </a:pPr>
            <a:r>
              <a:rPr lang="en-US" sz="2300" dirty="0"/>
              <a:t>Insurance type                      Patient Insurance Type</a:t>
            </a:r>
          </a:p>
          <a:p>
            <a:pPr marL="0" indent="0">
              <a:buNone/>
            </a:pPr>
            <a:r>
              <a:rPr lang="en-US" sz="2300" dirty="0"/>
              <a:t>Payment Status                     Patient Payment Stats</a:t>
            </a:r>
          </a:p>
          <a:p>
            <a:pPr marL="0" indent="0">
              <a:buNone/>
            </a:pPr>
            <a:r>
              <a:rPr lang="en-US" sz="2300" dirty="0"/>
              <a:t>Feedback                                Patient Feedback</a:t>
            </a:r>
          </a:p>
          <a:p>
            <a:pPr marL="0" indent="0">
              <a:buNone/>
            </a:pPr>
            <a:r>
              <a:rPr lang="en-US" sz="2300" dirty="0"/>
              <a:t>Treatment outcome             Patient Treatment Outcome</a:t>
            </a:r>
          </a:p>
          <a:p>
            <a:pPr marL="0" indent="0">
              <a:buNone/>
            </a:pPr>
            <a:r>
              <a:rPr lang="en-US" sz="2300" dirty="0"/>
              <a:t>Rating                                     Patient Rating</a:t>
            </a:r>
          </a:p>
          <a:p>
            <a:pPr marL="0" indent="0">
              <a:buNone/>
            </a:pPr>
            <a:r>
              <a:rPr lang="en-US" sz="2300" dirty="0"/>
              <a:t>                                       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" y="94981"/>
            <a:ext cx="9144000" cy="717819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800" dirty="0"/>
              <a:t>Records: 50,000+patient records</a:t>
            </a:r>
            <a:br>
              <a:rPr lang="en-IN" sz="1800" dirty="0"/>
            </a:br>
            <a:r>
              <a:rPr lang="en-IN" sz="1800" dirty="0"/>
              <a:t>Source: Hospital management dataset</a:t>
            </a:r>
            <a:br>
              <a:rPr lang="en-IN" sz="1800" dirty="0"/>
            </a:br>
            <a:r>
              <a:rPr lang="en-IN" sz="1800" dirty="0"/>
              <a:t>Format: CSV and </a:t>
            </a:r>
            <a:r>
              <a:rPr lang="en-IN" sz="1800" dirty="0" err="1"/>
              <a:t>PosgreSQL</a:t>
            </a:r>
            <a:r>
              <a:rPr lang="en-IN" sz="1800" dirty="0"/>
              <a:t> dataset</a:t>
            </a:r>
            <a:endParaRPr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" y="944881"/>
            <a:ext cx="8808720" cy="58412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/>
              <a:t>Total columns : </a:t>
            </a:r>
          </a:p>
          <a:p>
            <a:pPr marL="0" indent="0">
              <a:buNone/>
            </a:pPr>
            <a:r>
              <a:rPr lang="en-IN" sz="1800" dirty="0"/>
              <a:t>2507</a:t>
            </a:r>
          </a:p>
          <a:p>
            <a:pPr marL="0" indent="0">
              <a:buNone/>
            </a:pPr>
            <a:r>
              <a:rPr lang="en-IN" sz="1800" b="1" dirty="0"/>
              <a:t>Total rows :</a:t>
            </a:r>
          </a:p>
          <a:p>
            <a:pPr marL="0" indent="0">
              <a:buNone/>
            </a:pPr>
            <a:r>
              <a:rPr lang="en-IN" sz="1800" dirty="0"/>
              <a:t>16</a:t>
            </a:r>
          </a:p>
          <a:p>
            <a:pPr marL="0" indent="0">
              <a:buNone/>
            </a:pPr>
            <a:r>
              <a:rPr lang="en-IN" sz="2000" b="1" dirty="0"/>
              <a:t>Data Preparation</a:t>
            </a:r>
          </a:p>
          <a:p>
            <a:r>
              <a:rPr lang="en-IN" sz="1800" dirty="0"/>
              <a:t>Imported data into PostgreSQL.</a:t>
            </a:r>
          </a:p>
          <a:p>
            <a:r>
              <a:rPr lang="en-IN" sz="1800" dirty="0"/>
              <a:t>Cleaned missing and duplicate records.</a:t>
            </a:r>
          </a:p>
          <a:p>
            <a:r>
              <a:rPr lang="en-IN" sz="1800" dirty="0"/>
              <a:t>Standardized data types and formats.</a:t>
            </a:r>
          </a:p>
          <a:p>
            <a:r>
              <a:rPr lang="en-IN" sz="1800" dirty="0"/>
              <a:t>Performed SQL joins, aggregations, filtering, and window functions.</a:t>
            </a:r>
          </a:p>
          <a:p>
            <a:r>
              <a:rPr lang="en-IN" sz="1800" dirty="0"/>
              <a:t>Processed the cleaned data for Power BI visualization. The</a:t>
            </a:r>
          </a:p>
          <a:p>
            <a:pPr marL="0" indent="0">
              <a:buNone/>
            </a:pPr>
            <a:r>
              <a:rPr lang="en-IN" sz="2000" b="1" dirty="0"/>
              <a:t>Feature </a:t>
            </a:r>
            <a:r>
              <a:rPr lang="en-IN" sz="2000" b="1" dirty="0" err="1"/>
              <a:t>Engnieering</a:t>
            </a:r>
            <a:r>
              <a:rPr lang="en-IN" sz="2000" b="1" dirty="0"/>
              <a:t> :</a:t>
            </a:r>
          </a:p>
          <a:p>
            <a:pPr marL="0" indent="0">
              <a:buNone/>
            </a:pPr>
            <a:r>
              <a:rPr lang="en-US" sz="1800" dirty="0"/>
              <a:t>The dataset used in this project contains healthcare-related information collected from hospitals, patients, and medical systems. It includes demographic, medical, and treatment details.</a:t>
            </a:r>
          </a:p>
          <a:p>
            <a:r>
              <a:rPr lang="en-US" sz="1800" dirty="0"/>
              <a:t>Creating New features.</a:t>
            </a:r>
          </a:p>
          <a:p>
            <a:r>
              <a:rPr lang="en-US" sz="1800" dirty="0"/>
              <a:t>Date and time feature extraction.</a:t>
            </a:r>
          </a:p>
          <a:p>
            <a:r>
              <a:rPr lang="en-US" sz="1800" dirty="0"/>
              <a:t>Text feature engineering.</a:t>
            </a:r>
          </a:p>
          <a:p>
            <a:r>
              <a:rPr lang="en-US" sz="1800" dirty="0"/>
              <a:t>Handling Imbalanced data.</a:t>
            </a:r>
          </a:p>
          <a:p>
            <a:r>
              <a:rPr lang="en-US" sz="1800" dirty="0"/>
              <a:t>Feature selection.</a:t>
            </a:r>
            <a:endParaRPr lang="en-IN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17C778-9832-E93E-0E96-6D4CD2108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62987"/>
          </a:xfrm>
        </p:spPr>
        <p:txBody>
          <a:bodyPr>
            <a:normAutofit/>
          </a:bodyPr>
          <a:lstStyle/>
          <a:p>
            <a:pPr algn="l"/>
            <a:r>
              <a:rPr lang="en-IN" sz="1600" b="1" dirty="0"/>
              <a:t>       </a:t>
            </a:r>
            <a:r>
              <a:rPr lang="en-IN" sz="2000" b="1" dirty="0"/>
              <a:t>EDA(Exploratory Data Analysis) 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E287C0-C26D-D21E-B3E5-14C6C6AAB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039" y="462987"/>
            <a:ext cx="8355507" cy="6062241"/>
          </a:xfrm>
        </p:spPr>
        <p:txBody>
          <a:bodyPr numCol="1"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EDA (Exploratory Data Analysis) means analyzing data to understand patterns,      relationships, errors, trends, and important insights before creating Machine Learning models or dashboards.</a:t>
            </a:r>
          </a:p>
          <a:p>
            <a:r>
              <a:rPr lang="en-US" sz="1800" dirty="0"/>
              <a:t>Data Collection.</a:t>
            </a:r>
          </a:p>
          <a:p>
            <a:r>
              <a:rPr lang="en-US" sz="1800" dirty="0"/>
              <a:t>Import Libraries.</a:t>
            </a:r>
          </a:p>
          <a:p>
            <a:r>
              <a:rPr lang="en-US" sz="1800" dirty="0"/>
              <a:t>Missing Value Analysis.</a:t>
            </a:r>
          </a:p>
          <a:p>
            <a:r>
              <a:rPr lang="en-US" sz="1800" dirty="0"/>
              <a:t>Universal Analysis.</a:t>
            </a:r>
          </a:p>
          <a:p>
            <a:r>
              <a:rPr lang="en-US" sz="1800" dirty="0"/>
              <a:t>Feature </a:t>
            </a:r>
            <a:r>
              <a:rPr lang="en-US" sz="1800" dirty="0" err="1"/>
              <a:t>Engnieering</a:t>
            </a:r>
            <a:r>
              <a:rPr lang="en-US" sz="1800" dirty="0"/>
              <a:t>.</a:t>
            </a:r>
          </a:p>
          <a:p>
            <a:r>
              <a:rPr lang="en-US" sz="1800" dirty="0"/>
              <a:t>Dashboard Visuals</a:t>
            </a:r>
          </a:p>
          <a:p>
            <a:pPr marL="0" indent="0">
              <a:buNone/>
            </a:pPr>
            <a:r>
              <a:rPr lang="en-US" sz="1800" b="1" dirty="0"/>
              <a:t>Power BI Dashboard Features</a:t>
            </a:r>
          </a:p>
          <a:p>
            <a:r>
              <a:rPr lang="en-US" sz="1800" dirty="0"/>
              <a:t>KPI Cards:</a:t>
            </a:r>
            <a:r>
              <a:rPr lang="en-IN" sz="1800" dirty="0"/>
              <a:t> Flow</a:t>
            </a:r>
            <a:r>
              <a:rPr lang="en-US" sz="1800" dirty="0"/>
              <a:t> Total Patients, Total Revenue, Average Treatment Cost, Recovery Rate</a:t>
            </a:r>
          </a:p>
          <a:p>
            <a:r>
              <a:rPr lang="en-US" sz="1800" dirty="0"/>
              <a:t>Department-wise Revenue Analysis</a:t>
            </a:r>
          </a:p>
          <a:p>
            <a:r>
              <a:rPr lang="en-US" sz="1800" dirty="0"/>
              <a:t>Top Diseases Analysis</a:t>
            </a:r>
          </a:p>
          <a:p>
            <a:r>
              <a:rPr lang="en-US" sz="1800" dirty="0"/>
              <a:t>Patient Age Distribution</a:t>
            </a:r>
          </a:p>
          <a:p>
            <a:r>
              <a:rPr lang="en-US" sz="1800" dirty="0"/>
              <a:t>Gender Distribution</a:t>
            </a:r>
          </a:p>
          <a:p>
            <a:r>
              <a:rPr lang="en-US" sz="1800" dirty="0"/>
              <a:t>Insurance Claim Status</a:t>
            </a:r>
          </a:p>
          <a:p>
            <a:r>
              <a:rPr lang="en-US" sz="1800" dirty="0"/>
              <a:t>Treatment Outcome Analysis</a:t>
            </a:r>
          </a:p>
          <a:p>
            <a:r>
              <a:rPr lang="en-US" sz="1800" dirty="0"/>
              <a:t>Interactive slicers for Department, Disease, Gender, Insurance Status , Rating , 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EC0A6EA-0B0F-1C66-47BE-F6AE696C106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9257" r="9257"/>
          <a:stretch/>
        </p:blipFill>
        <p:spPr>
          <a:xfrm>
            <a:off x="-71120" y="-101600"/>
            <a:ext cx="9215120" cy="695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9661-DB66-D95C-701D-45B662C1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C43B2A8-1F2D-806C-4564-81900B6FCE7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500" r="12500"/>
          <a:stretch>
            <a:fillRect/>
          </a:stretch>
        </p:blipFill>
        <p:spPr>
          <a:xfrm>
            <a:off x="0" y="254000"/>
            <a:ext cx="8818880" cy="651256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99BB0-1D01-1530-3E92-1DFA2FFD2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229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54DD1-BB3E-849E-2C27-B0E17F173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0DCF2B-9BA3-D6D7-6858-5C9331AFB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62987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      </a:t>
            </a:r>
            <a:r>
              <a:rPr lang="en-US" sz="2400" b="1" dirty="0"/>
              <a:t>Key Insights</a:t>
            </a:r>
            <a:r>
              <a:rPr lang="en-IN" sz="2400" b="1" dirty="0"/>
              <a:t>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B9B0F9-BEF6-59CE-FF88-661DF8A88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039" y="462987"/>
            <a:ext cx="8355507" cy="6062241"/>
          </a:xfrm>
        </p:spPr>
        <p:txBody>
          <a:bodyPr numCol="1">
            <a:normAutofit/>
          </a:bodyPr>
          <a:lstStyle/>
          <a:p>
            <a:r>
              <a:rPr lang="en-US" sz="1800" dirty="0"/>
              <a:t>Identified departments generating the highest revenue.</a:t>
            </a:r>
          </a:p>
          <a:p>
            <a:r>
              <a:rPr lang="en-US" sz="1800" dirty="0"/>
              <a:t>Determined the most common diseases among patients.</a:t>
            </a:r>
          </a:p>
          <a:p>
            <a:r>
              <a:rPr lang="en-US" sz="1800" dirty="0"/>
              <a:t>Analyzed patient demographics based on age and gender.</a:t>
            </a:r>
          </a:p>
          <a:p>
            <a:r>
              <a:rPr lang="en-US" sz="1800" dirty="0"/>
              <a:t>Evaluated insurance approval trends.</a:t>
            </a:r>
          </a:p>
          <a:p>
            <a:r>
              <a:rPr lang="en-US" sz="1800" dirty="0"/>
              <a:t>Monitored treatment outcomes and recovery rates.</a:t>
            </a:r>
          </a:p>
          <a:p>
            <a:pPr marL="0" indent="0">
              <a:buNone/>
            </a:pPr>
            <a:r>
              <a:rPr lang="en-US" sz="2400" b="1" dirty="0"/>
              <a:t>Business Impact</a:t>
            </a:r>
          </a:p>
          <a:p>
            <a:r>
              <a:rPr lang="en-US" sz="1800" dirty="0"/>
              <a:t>Reduced manual reporting efforts through interactive dashboards.</a:t>
            </a:r>
          </a:p>
          <a:p>
            <a:r>
              <a:rPr lang="en-US" sz="1800" dirty="0"/>
              <a:t>Improved visibility into hospital performance and patient care.</a:t>
            </a:r>
          </a:p>
          <a:p>
            <a:r>
              <a:rPr lang="en-US" sz="1800" dirty="0"/>
              <a:t>Supported data-driven decisions for hospital management.</a:t>
            </a:r>
          </a:p>
          <a:p>
            <a:r>
              <a:rPr lang="en-US" sz="1800" dirty="0"/>
              <a:t>Enabled quick identification of operational trends and patient risks</a:t>
            </a:r>
          </a:p>
          <a:p>
            <a:pPr marL="0" indent="0">
              <a:buNone/>
            </a:pPr>
            <a:r>
              <a:rPr lang="en-US" sz="2400" b="1" dirty="0"/>
              <a:t>Conclusion</a:t>
            </a:r>
          </a:p>
          <a:p>
            <a:pPr marL="0" indent="0">
              <a:buNone/>
            </a:pPr>
            <a:r>
              <a:rPr lang="en-US" sz="1800" dirty="0"/>
              <a:t>The Healthcare Analytics Dashboard provides a centralized view of hospital operations using Power BI, SQL, PostgreSQL, Python, and Excel. It improves reporting efficiency, supports better healthcare decisions, and demonstrates practical data analytics skills applicable to real-world healthcare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684245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566</Words>
  <Application>Microsoft Office PowerPoint</Application>
  <PresentationFormat>On-screen Show (4:3)</PresentationFormat>
  <Paragraphs>87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Healthcare Analytics Dashboard Report</vt:lpstr>
      <vt:lpstr>Objective : The main objective of the Healthcare Analytics Project is to analyze patient and hospital data to improve healthcare decision-making, identify disease patterns, reduce treatment costs, and enhance patient care quality.</vt:lpstr>
      <vt:lpstr>Records: 50,000+patient records Source: Hospital management dataset Format: CSV and PosgreSQL dataset</vt:lpstr>
      <vt:lpstr>       EDA(Exploratory Data Analysis) :</vt:lpstr>
      <vt:lpstr>PowerPoint Presentation</vt:lpstr>
      <vt:lpstr>PowerPoint Presentation</vt:lpstr>
      <vt:lpstr>      Key Insights: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Rohan Runghe</dc:creator>
  <cp:keywords/>
  <dc:description>generated using python-pptx</dc:description>
  <cp:lastModifiedBy>Rohan Runghe</cp:lastModifiedBy>
  <cp:revision>3</cp:revision>
  <dcterms:created xsi:type="dcterms:W3CDTF">2013-01-27T09:14:16Z</dcterms:created>
  <dcterms:modified xsi:type="dcterms:W3CDTF">2026-07-10T11:07:17Z</dcterms:modified>
  <cp:category/>
</cp:coreProperties>
</file>